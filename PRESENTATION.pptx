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this deck directly with Marp (run from the repo root so image paths resolve):
  marp PRESENTATION.md --pptx      # PowerPoint
  marp PRESENTATION.md --pdf       # PDF
  marp PRESENTATION.md -w          # live preview
Images live in outputs/figures/ and are referenced with repo-relative paths.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of Vision Algorithms Under Image Degradations</dc:title>
  <dc:subject>PptxGenJS Presentation</dc:subject>
  <dc:creator>Created by Marp</dc:creator>
  <cp:lastModifiedBy>Created by Marp</cp:lastModifiedBy>
  <cp:revision>1</cp:revision>
  <dcterms:created xsi:type="dcterms:W3CDTF">2026-07-07T17:51:26Z</dcterms:created>
  <dcterms:modified xsi:type="dcterms:W3CDTF">2026-07-07T17:51:26Z</dcterms:modified>
</cp:coreProperties>
</file>